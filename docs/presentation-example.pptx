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Презентация для ООО РоторПром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ООО ТехноДиагностика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A3E0"/>
                </a:solidFill>
              </a:defRPr>
            </a:pPr>
            <a:r>
              <a:t>Надёжная диагностика — надёжное производство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Цель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внедрение системы онлайн-вибродиагностики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Почему 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15 лет опыта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более 200 внедрений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собственное производство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поддержка 24/7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Следующие шаги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Согласование технического задания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Подготовка коммерческого предложения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• Демонстрация решения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Контакты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A1A1A"/>
                </a:solidFill>
              </a:defRPr>
            </a:pPr>
            <a:r>
              <a:t>ООО ТехноДиагностика</a:t>
            </a:r>
          </a:p>
          <a:p>
            <a:pPr>
              <a:spcAft>
                <a:spcPts val="1200"/>
              </a:spcAft>
              <a:defRPr sz="2400">
                <a:solidFill>
                  <a:srgbClr val="1A1A1A"/>
                </a:solidFill>
              </a:defRPr>
            </a:pPr>
            <a:r>
              <a:t>+7 495 123-45-67</a:t>
            </a:r>
          </a:p>
          <a:p>
            <a:pPr>
              <a:spcAft>
                <a:spcPts val="1200"/>
              </a:spcAft>
              <a:defRPr sz="2400">
                <a:solidFill>
                  <a:srgbClr val="1A1A1A"/>
                </a:solidFill>
              </a:defRPr>
            </a:pPr>
            <a:r>
              <a:t>info@techdiagnostika.ru</a:t>
            </a:r>
          </a:p>
          <a:p>
            <a:pPr>
              <a:spcAft>
                <a:spcPts val="1200"/>
              </a:spcAft>
              <a:defRPr sz="2400">
                <a:solidFill>
                  <a:srgbClr val="1A1A1A"/>
                </a:solidFill>
              </a:defRPr>
            </a:pPr>
            <a:r>
              <a:t>techdiagnostika.ru</a:t>
            </a:r>
          </a:p>
          <a:p>
            <a:pPr>
              <a:spcAft>
                <a:spcPts val="1200"/>
              </a:spcAft>
              <a:defRPr sz="2400">
                <a:solidFill>
                  <a:srgbClr val="1A1A1A"/>
                </a:solidFill>
              </a:defRPr>
            </a:pPr>
            <a:r>
              <a:t>Москва, ул. Примерная,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