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840" y="228600"/>
            <a:ext cx="167640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1F1E"/>
                </a:solidFill>
              </a:defRPr>
            </a:pPr>
            <a:r>
              <a:t>Презентация для ООО РоторПром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1F1F1E"/>
                </a:solidFill>
              </a:defRPr>
            </a:pPr>
            <a:r>
              <a:t>ООО ТехноДиагностика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5A4BFF"/>
                </a:solidFill>
              </a:defRPr>
            </a:pPr>
            <a:r>
              <a:t>Надёжная диагностика — надёжное производство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840" y="228600"/>
            <a:ext cx="167640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777240"/>
            <a:ext cx="73152" cy="457200"/>
          </a:xfrm>
          <a:prstGeom prst="rect">
            <a:avLst/>
          </a:prstGeom>
          <a:solidFill>
            <a:srgbClr val="FF5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1F1E"/>
                </a:solidFill>
              </a:defRPr>
            </a:pPr>
            <a:r>
              <a:t>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74980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Согласование технического задания</a:t>
            </a:r>
          </a:p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Подготовка коммерческого предложения</a:t>
            </a:r>
          </a:p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Демонстрация решения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3108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Свяжитесь с нами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ООО ТехноДиагностика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+7 495 123-45-67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info@techdiagnostika.ru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techdiagnostika.ru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Москва, ул. Примерная, 10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840" y="228600"/>
            <a:ext cx="1676400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