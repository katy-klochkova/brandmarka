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A4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5A4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F1F1E"/>
                </a:solidFill>
              </a:defRPr>
            </a:pPr>
            <a:r>
              <a:t>Презентация для ООО РоторПром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7863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1F1F1E"/>
                </a:solidFill>
              </a:defRPr>
            </a:pPr>
            <a:r>
              <a:t>ООО ТехноДиагностика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49039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5A4BFF"/>
                </a:solidFill>
              </a:defRPr>
            </a:pPr>
            <a:r>
              <a:t>Надёжная диагностика — надёжное производство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A4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777240"/>
            <a:ext cx="73152" cy="457200"/>
          </a:xfrm>
          <a:prstGeom prst="rect">
            <a:avLst/>
          </a:prstGeom>
          <a:solidFill>
            <a:srgbClr val="FF5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1F1E"/>
                </a:solidFill>
              </a:defRPr>
            </a:pPr>
            <a:r>
              <a:t>Цель проекта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749807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>
                <a:solidFill>
                  <a:srgbClr val="1F1F1E"/>
                </a:solidFill>
              </a:defRPr>
            </a:pPr>
            <a:r>
              <a:t>•  внедрение системы онлайн-вибродиагностики на мельничном оборудовании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A4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777240"/>
            <a:ext cx="73152" cy="457200"/>
          </a:xfrm>
          <a:prstGeom prst="rect">
            <a:avLst/>
          </a:prstGeom>
          <a:solidFill>
            <a:srgbClr val="FF5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1F1E"/>
                </a:solidFill>
              </a:defRPr>
            </a:pPr>
            <a:r>
              <a:t>Почему 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749807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>
                <a:solidFill>
                  <a:srgbClr val="1F1F1E"/>
                </a:solidFill>
              </a:defRPr>
            </a:pPr>
            <a:r>
              <a:t>•  15 лет опыта в диагностике вращающегося оборудования</a:t>
            </a:r>
          </a:p>
          <a:p>
            <a:pPr>
              <a:spcAft>
                <a:spcPts val="1600"/>
              </a:spcAft>
              <a:defRPr sz="2300">
                <a:solidFill>
                  <a:srgbClr val="1F1F1E"/>
                </a:solidFill>
              </a:defRPr>
            </a:pPr>
            <a:r>
              <a:t>•  более 200 успешных внедрений</a:t>
            </a:r>
          </a:p>
          <a:p>
            <a:pPr>
              <a:spcAft>
                <a:spcPts val="1600"/>
              </a:spcAft>
              <a:defRPr sz="2300">
                <a:solidFill>
                  <a:srgbClr val="1F1F1E"/>
                </a:solidFill>
              </a:defRPr>
            </a:pPr>
            <a:r>
              <a:t>•  собственное производство датчиков</a:t>
            </a:r>
          </a:p>
          <a:p>
            <a:pPr>
              <a:spcAft>
                <a:spcPts val="1600"/>
              </a:spcAft>
              <a:defRPr sz="2300">
                <a:solidFill>
                  <a:srgbClr val="1F1F1E"/>
                </a:solidFill>
              </a:defRPr>
            </a:pPr>
            <a:r>
              <a:t>•  техническая поддержка 24/7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A4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777240"/>
            <a:ext cx="73152" cy="457200"/>
          </a:xfrm>
          <a:prstGeom prst="rect">
            <a:avLst/>
          </a:prstGeom>
          <a:solidFill>
            <a:srgbClr val="FF5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1F1E"/>
                </a:solidFill>
              </a:defRPr>
            </a:pPr>
            <a:r>
              <a:t>Следующие шаги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749807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>
                <a:solidFill>
                  <a:srgbClr val="1F1F1E"/>
                </a:solidFill>
              </a:defRPr>
            </a:pPr>
            <a:r>
              <a:t>•  Согласование технического задания</a:t>
            </a:r>
          </a:p>
          <a:p>
            <a:pPr>
              <a:spcAft>
                <a:spcPts val="1600"/>
              </a:spcAft>
              <a:defRPr sz="2300">
                <a:solidFill>
                  <a:srgbClr val="1F1F1E"/>
                </a:solidFill>
              </a:defRPr>
            </a:pPr>
            <a:r>
              <a:t>•  Подготовка коммерческого предложения</a:t>
            </a:r>
          </a:p>
          <a:p>
            <a:pPr>
              <a:spcAft>
                <a:spcPts val="1600"/>
              </a:spcAft>
              <a:defRPr sz="2300">
                <a:solidFill>
                  <a:srgbClr val="1F1F1E"/>
                </a:solidFill>
              </a:defRPr>
            </a:pPr>
            <a:r>
              <a:t>•  Демонстрация решения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A4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863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Свяжитесь с нами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749807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ООО ТехноДиагностика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+7 495 123-45-67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info@techdiagnostika.ru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techdiagnostika.ru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Москва, ул. Примерная,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